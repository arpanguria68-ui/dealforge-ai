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UAT synthesis retry: Analyze Microsoft (MSFT) using the available SEC-sourced 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Microsoft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October 02,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Target: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SITUATION:</a:t>
            </a:r>
            <a:br/>
            <a:r>
              <a:t>Financial data points are recorded, but the fiscal period is not established.</a:t>
            </a:r>
            <a:br/>
            <a:br/>
            <a:r>
              <a:t>COMPLICATION:</a:t>
            </a:r>
            <a:br/>
            <a:r>
              <a:t>Open diligence items remain: Operating Cash Flow: no linked source citation and fiscal period not established.; Free Cash Flow: no linked source citation and fiscal period not established.</a:t>
            </a:r>
            <a:br/>
            <a:br/>
            <a:r>
              <a:t>QUESTION:</a:t>
            </a:r>
            <a:br/>
            <a:r>
              <a:t>What is the binding recommendation on this deal given the current evidence?</a:t>
            </a:r>
            <a:br/>
            <a:br/>
            <a:r>
              <a:t>AI SYNTHESIS (NOT A RECORDED DECISION):</a:t>
            </a:r>
            <a:br/>
            <a:r>
              <a:t>No recommendation recorded; human review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Recorded Financial Metrics &amp; Evidence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Target: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Operating Cash Flow: 182935000000 | Not established | unverified_no_source | No citation</a:t>
            </a:r>
            <a:br/>
            <a:r>
              <a:t>Free Cash Flow: 66987000000 | Not established | unverified_no_source | No citation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70C0"/>
                </a:solidFill>
              </a:defRPr>
            </a:pPr>
            <a:r>
              <a:t>Recorded values are not verified unless a source citation is shown.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Takeaways &amp; Strategic Fit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Target: Microsoft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0C0"/>
                </a:solidFill>
              </a:defRPr>
            </a:pPr>
            <a:r>
              <a:t>■ Operating Cash Flow Value Unlinked to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Operating cash flow is reported as $182,935,000,000 by the financial analyst but lacks a fiscal period and source citation; this prevents valuation or trend analysis. [S#] not established.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0C0"/>
                </a:solidFill>
              </a:defRPr>
            </a:pPr>
            <a:r>
              <a:t>■ Free Cash Flow Value Unlinked to Period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Free cash flow is reported as $66,987,000,000 by the financial analyst but lacks a fiscal period and source citation; this prevents margin or liquidity assessment. [S#] not established.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Operating Cash Flow: no linked source citation and fiscal period not established.</a:t>
            </a:r>
            <a:br/>
            <a:br/>
            <a:r>
              <a:t>Free Cash Flow: no linked source citation and fiscal period not established.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</a:defRPr>
            </a:pPr>
            <a:r>
              <a:t>This report was generated by DealForge AI Multi-Agent system incorporating McKinsey-style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