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We’ve been approached regarding Skybound CRM, a vertical SaaS platform focused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We’ve been approached regarding Skybound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16,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We’ve been approached regarding Skybound CRM, a vertical SaaS platform focused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We’ve been approached regarding Skybound</a:t>
            </a:r>
            <a:br/>
            <a:r>
              <a:t>Industry: Technology</a:t>
            </a:r>
            <a:br/>
            <a:r>
              <a:t>Deal Score: 49%</a:t>
            </a:r>
            <a:br/>
            <a:r>
              <a:t>Status: Completed</a:t>
            </a:r>
            <a:br/>
            <a:r>
              <a:t>Agents Deployed: 14</a:t>
            </a:r>
            <a:br/>
            <a:r>
              <a:t>Created: 2026-03-16T12:44:39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Key Insight: Projected revenue growth displays strong CAGR, with EBITDA margins expanding significantly over the forecast period driven by operational synergies.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Market Researcher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50%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[Error] LLM call failed: 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Valuation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All valuation methods returned insufficient data</a:t>
            </a:r>
            <a:br/>
            <a:br/>
            <a:r>
              <a:t>✅ **Validation Passed** — All mathematical checks verified.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Dcf Lbo Architect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85%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Built financial model covering DCF/LBO analysis. Deterministic calcs: 0 models executed.</a:t>
            </a:r>
            <a:br/>
            <a:br/>
            <a:r>
              <a:t>✅ **Validation Passed** — All mathematical checks verified.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Advanced Financial Modeler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50%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[Error] LLM call failed: Vertex AI API key looks invalid (got 'AQ.Ab8RN6J-GJ1JWSXie...'). It should start with 'AIza'. Make sure you pasted the API key, not a model name, into the Vertex AI key field in Settings.</a:t>
            </a:r>
            <a:br/>
            <a:br/>
            <a:r>
              <a:t>✅ **Validation Passed** — All mathematical checks verified.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Assessor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65%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[Error] LLM call failed: 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Legal Advisor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65%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[Error] LLM call failed: 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Due Diligence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[Error] LLM call failed: 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Curator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Complex Reasoning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Debate Moderator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Scoring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68%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Deal scored at 53.75/100 with moderate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Report Architect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Vertex AI API key looks invalid (got 'AQ.Ab8RN6J-GJ1JWSXie...'). It should start with 'AIza'. Make sure you pasted the API key, not a model name, into the Vertex AI key field in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Investment Memo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unterminated string literal (detected at line 907) (meeting_memo.py, line 907)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Strategic Verdict: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HOLD / FURTHER DILIGENCE — Significant risks require further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Recommended 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1. Finalize Quality of Earnings (QoE) report via external auditors.</a:t>
            </a:r>
            <a:br/>
            <a:br/>
            <a:r>
              <a:t>2. Draft initial Letter of Intent (LOI) with proposed valuation framework.</a:t>
            </a:r>
            <a:br/>
            <a:br/>
            <a:r>
              <a:t>3. Initiate deep-dive technical due diligence on IP and data privacy architecture.</a:t>
            </a:r>
            <a:br/>
            <a:br/>
            <a:r>
              <a:t>4. Schedule management presentation with key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